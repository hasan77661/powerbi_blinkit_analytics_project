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endParaRPr lang="en-IN" sz="4000" dirty="0">
              <a:solidFill>
                <a:schemeClr val="accent5">
                  <a:lumMod val="7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Azure SQL Logo - PNG Logo Vector Brand Downloads (SVG, EPS)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endParaRPr lang="en-IN" sz="4000" dirty="0">
              <a:solidFill>
                <a:schemeClr val="accent5">
                  <a:lumMod val="7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" name="Picture 2" descr="Azure SQL Logo - PNG Logo Vector Brand Downloads (SVG, EPS)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endParaRPr lang="en-IN" sz="4000" dirty="0">
              <a:solidFill>
                <a:schemeClr val="accent5">
                  <a:lumMod val="7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  <a:endParaRPr lang="en-US" alt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  <a:endParaRPr lang="en-US" alt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  <a:endParaRPr lang="en-US" alt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1839</Words>
  <Application>WPS Presentation</Application>
  <PresentationFormat>Widescreen</PresentationFormat>
  <Paragraphs>45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Segoe UI Black</vt:lpstr>
      <vt:lpstr>Arial Rounded MT Bold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IBRAHIM AMBDI</cp:lastModifiedBy>
  <cp:revision>19</cp:revision>
  <dcterms:created xsi:type="dcterms:W3CDTF">2024-06-24T12:27:00Z</dcterms:created>
  <dcterms:modified xsi:type="dcterms:W3CDTF">2026-08-02T21:42:50Z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6D207ED5A8CA4718932987C4E0E965DE_12</vt:lpwstr>
  </property>
  <property fmtid="{D5CDD505-2E9C-101B-9397-08002B2CF9AE}" pid="3" name="KSOProductBuildVer">
    <vt:lpwstr>1033-12.1.0.27458</vt:lpwstr>
  </property>
</Properties>
</file>